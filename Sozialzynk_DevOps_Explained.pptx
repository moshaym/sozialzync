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DevOps in Sozialzynk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</a:rPr>
              <a:t>CI/CD · Docker · Kubernetes · Grafana — Concepts vs. 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AI-Powered YouTube Content OS  · 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Sozialzynk — DevOps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What is CI? — Concept + How Sozialzynk uses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What is Docker? — Concept + Local AI services in Sozialzynk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What is CD in Kubernetes? — Concept vs. Vercel/Railway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Monitoring with Grafana — Concept + Prometheus setup in Sozialzynk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Side-by-side comparison — Industry standard vs. this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Summary &amp; evolution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1 — Continuous Integration (CI)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CI?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CI = automatically building &amp; testing code every time a developer pushes a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Goal: catch bugs early, before they reach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Runs on a remote server — not the developer's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Every push triggers the pipeline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If any step fails, the team is notified 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Core CI pipeline steps (industry standard):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1. Checkout code from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2. Install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3. Lint — check code style and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4. Type-check — verify TypeScript types are 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5. Unit tests — test individual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6. Build — compile the app into deployable artefacts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7. Security scan — check for vulnerabilities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8. E2E tests — test the full user journey in a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 Pipeline — How Code Goes from Push to Safe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9164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Code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Dev pushes to master / opens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169164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Lint +
Typecheck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ESLint + TypeScript strict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28800"/>
            <a:ext cx="169164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Jest + Coverage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16916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Next.js + NestJS compiled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828800"/>
            <a:ext cx="16916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Semgrep · ZAP · TruffleHog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828800"/>
            <a:ext cx="16916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E2E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Playwright on Chrome Firefox WebKit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Sozialzynk CI — GitHub Actions (ci.yml)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Trigger: every push to master/main/develop + every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Parallel jobs (run at the same time to save time):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Lint — ESLint across all packages in the monorepo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Typecheck — TypeScript strict mode including Prisma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Unit Tests — Jest with coverage uploaded to Codecov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Security Audit — pnpm audit for high/critical CVEs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Semgrep SAST — static analysis for architecture rule violations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TruffleHog — scans git history for leaked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OWASP Dependency Check — known CVEs in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Sequential (runs after all parallel jobs pass):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Build — Next.js + NestJS, bundle budget check (≤800KB per route)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ZAP DAST — passive + active security scan on the live built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E2E Tests — Playwright on Chromium, Firefox, WebKit (3 parallel jobs)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📌 All jobs use pnpm/action-setup + Node 24 — fixed the ERR_UNKNOWN_BUILTIN_MODULE bug we just solved!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Sozialzynk Mobile CI — GitHub Actions (mobile-android.yml)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Trigger: push to master when apps/mobile/** or pnpm-lock.yaml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Also: manual trigger via workflow_dispatch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Steps in the debug APK job: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pnpm/action-setup → Node 22 → Install dependencies (frozen lockfile)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JDK 17 + Android SDK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cap add android — initialises Capacitor Android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pnpm generate:icons — @capacitor/assets converts icon.svg → mipmap PNGs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Gradle assembleDebug — compiles the APK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Upload APK as GitHub Actions artefact (14-day retention)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Publish APK to GitHub Release tag 'android-latest'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Release AAB job (manual/tagged only):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Signed with keystore stored as GitHub Secret (base64-encoded)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Produces .aab for Google Play Console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📌 This is the pipeline we fixed today — pnpm/action-setup replaced 'npm install -g pnpm'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2 —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Docker?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Docker packages an app + all its dependencies into a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 container is like a lightweight virtual machine — isolated,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Works the same on any machine: your laptop, CI server, production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No 'it works on my machine'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Key concepts: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Image — a blueprint/snapshot (e.g. postgres:16, node:22)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Container — a running instance of an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Volume — persistent storage that survives container restarts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docker-compose — run multiple containers together as a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Port mapping — expose container ports to the host (e.g. 5432:5432)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Why teams use Docker: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Reproducible dev environments for the whole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Easy to run databases, queues, and AI models locally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Foundation for cloud deployment (Kubernetes uses Docker images)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Sozialzynk Uses Docker — Local AI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Docker is used for LOCAL DEVELOPMENT of AI microservices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File: infra/local-services/docker-compose.yml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TTS (Text-to-Speech) services: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Kokoro FastAPI (CPU) — ElevenLabs-quality open source TTS  →  port 8880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Coqui TTS (CPU) — XTTS-v2 with voice cloning  →  port 5002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Fish Speech (GPU) — fast neural TTS  →  port 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Image generation services: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ComfyUI (GPU) — Stable Diffusion node-based UI  →  port 8188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A1111 (GPU) — Stable Diffusion WebUI with REST API  →  port 7860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Music generation: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MusicGen (GPU) — Meta AudioCraft FastAPI wrapper  →  port 7861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Usage: docker compose --profile all up -d  (or by profile: tts / image / music)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GPU services use nvidia-container-toolkit — CPU fallbacks available for TTS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📌 Production does NOT use Docker/Kubernetes — the app deploys to Vercel + Railway (see Part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Docker — Industry Use vs. Sozialzynk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Industry standard Docker use cases: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Run app in Docker container in production (deployed to cloud VMs or K8s)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Docker image built in CI, tagged with git SHA, pushed to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Same image runs in staging AND production — guaranteed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Dockerfile defines the full runtime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Sozialzynk current use: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Docker is LOCAL ONLY — for AI services that can't easily be installed natively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Production app (Next.js web) deploys to Vercel — no Docker involved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Production API (NestJS) deploys to Railway — Railway builds from source, not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Monitoring stack (Prometheus + Grafana) runs in Docker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Why this works for now: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Vercel and Railway abstract away Docker/servers completely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Much simpler — no Dockerfile to maintain for the core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Trade-off: less control, vendor lock-in, harder to self-host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3 — Continuous Delivery (CD) &amp; Kubernetes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CD?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CD = automatically delivering tested code to users (staging or production)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Continuous Delivery — code is always ready to deploy; a human presses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Continuous Deployment — every passing build auto-deploys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CD pipeline typically looks like: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CI passes → Build Docker image → Push to registry → Deploy to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Run DB migrations → Health check → Traffic switches to new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98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Rollback automatically if health check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Key CD concepts: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513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Blue/Green — run old (blue) + new (green) side by side, switch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Canary — send 5% of traffic to new version, monitor, then ramp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Rolling update — replace pods one by one, zero downtime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Rollback — instantly revert to previous version if something breaks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Kubernetes (K8s)?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Kubernetes is a container orchestration platform — manages Docker containers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You describe what you want (declarative YAML), K8s makes it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Core K8s concepts: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Pod — the smallest unit; one or more containers running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Deployment — manages how many pod replicas run, handles rolling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Service — stable network address for a set of pods (load balancing)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Ingress — routes external HTTP traffic to internal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ConfigMap / Secret — inject config and credentials into pods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Namespace — logical isolation (e.g. staging vs. production)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HPA (Horizontal Pod Autoscaler) — add more pods when CPU/memory spikes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Why K8s is used at scale: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Self-healing — crashes pods and restarts them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Auto-scaling — handles traffic spikes without manual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Multi-region — spread pods across availability zones for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9963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Resource limits — cap CPU/memory per container to prevent noisy neighbours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K8s CD Pipeline — Industry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916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 Passes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Tests &amp; security checks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169164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Build &amp;
Push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docker build + push to ECR/GCR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28800"/>
            <a:ext cx="169164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Helm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kubectl apply or helm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169164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Job runs prisma migrate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828800"/>
            <a:ext cx="16916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Health
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Liveness &amp; readiness probes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828800"/>
            <a:ext cx="16916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1965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Traffic
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688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Old pods drained, new pods live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CD: Kubernetes (Industry) vs. Sozialzynk (Current)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97280"/>
            <a:ext cx="45720" cy="5303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Kubernetes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Self-hosted or managed (EKS/GKE/AKS)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Docker image → container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Helm charts define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43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Horizontal auto-scaling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27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Blue/green or canary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Multi-region with load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Full control over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Requires DevOps team to maintain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64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Best for high-scale, complex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Sozialzynk Current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Web (Next.js) → Vercel (auto-deploy)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756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API (NestJS) → Railway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597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Push to master = deploy (CD built 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437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Vercel auto-scales serverless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278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Preview URLs on every PR (Vercel)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7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Railway handles DB + Redis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95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Zero server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799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Vendor-managed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640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Great for early-stage SaaS products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Sozialzynk Deployment — Vercel + Railway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Frontend (Next.js) → Vercel: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Auto-deploys on every push to master via Git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Preview deployment per branch/PR — test before merging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Edge network (CDN) — static assets served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Serverless functions for API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Environment variables managed in Vercel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Backend (NestJS API) → Railway: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Deploy via 'railway deployment up' (NOT automatic git push)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Railway provides managed PostgreSQL +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Health checks configured, auto-restart on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Trust proxy configured for Railway's 100.64.x IP pool (rate limiting fix)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840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Mobile (Android APK) → GitHub Releases: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CI builds APK and publishes to 'android-latest' GitHub Release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Users download from GitHub Releases — no app store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6305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Sentry tracks runtime errors across web + API in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4 — Monitoring with Grafana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Grafana?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Grafana is an open-source dashboard and alerting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It visualises time-series metrics as graphs, gauges, and heatmaps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Grafana does NOT collect metrics — it reads from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Common data sources: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Prometheus — metrics scraped from your app (CPU, memory, request counts)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Loki — log aggregation (like grep but for all servers at 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98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InfluxDB — high-performance time-series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Elasticsearch — search and log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CloudWatch (AWS), Datadog,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What teams monitor with Grafana: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HTTP request rate, error rate (5xx %), and latency (p50/p95/p99)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Infrastructure: CPU, memory, disk, network per pod/node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412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Business metrics: signups, revenue, AI token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887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Queue depth: how many BullMQ jobs are waiting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362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Alerts: Grafana can page on-call engineers via PagerDuty/Slack/email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Prometheus?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Prometheus is a metrics collection and storage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Works by PULLING (scraping) metrics from your app on a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Every 15 seconds: Prometheus calls GET /metrics on your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Your app exposes counters, gauges, histograms in text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Prometheus stores them as time-series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Prometheus Query Language (PromQL) examples: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rate(cf_http_requests_total[5m])  →  requests per second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histogram_quantile(0.95, ...)  →  p95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increase(cf_ai_cost_usd_total[1h]) &gt; 10  →  AI cost spike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Prometheus feeds data into Grafana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Alert rules live in alerts.yml — Prometheus evaluates them continuously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AlertManager routes firing alerts to Slack/PagerDuty/email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Sozialzynk Monitoring Stack — 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Stack: infra/monitoring/docker-compose.monitoring.yml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Prometheus on port 9090 — scrapes NestJS API at /metrics every 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Grafana on port 3000 — dashboards auto-provisioned from 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Metrics the NestJS API exposes (custom counters):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cf_http_requests_total — HTTP requests by route and status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cf_http_request_duration_seconds — request latency histogram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cf_jobs_total — BullMQ job counts by status (completed / failed)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cf_ai_cost_usd_total — running AI provider spend in dollars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cf_ai_tokens_total — tokens consumed per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cf_ai_cache_hits_total — AI response cache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Alert rules (alerts.yml) — fires when: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ApiDown — API unreachable for 2 minutes  → 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HighErrorRateWarning — 5xx rate &gt; 5% for 5 min  → 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HighErrorRateCritical — 5xx rate &gt; 20% for 5 min  → 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SlowRequests — p95 latency &gt; 2 seconds for 10 min  → 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5105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JobFailureSpike — &gt; 5 BullMQ failures in 15 min  → 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579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AiCostSpike — AI spend &gt; $10 in 1 hour  → 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20547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CacheHitStall — cache hits = 0 while tokens flowing for 1h  →  INFO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Monitoring: Industry K8s vs. Sozialzynk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Industry standard (K8s + Prometheus + Grafana):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kube-state-metrics + node-exporter scrape all pods and nodes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Prometheus Operator deployed inside the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Grafana runs inside K8s, dashboards version-controlled as ConfigMaps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Loki for log aggregation — no SSH needed to read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Alertmanager routes to PagerDuty for on-call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All metrics, logs, traces in one place (full observability stack)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5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Sozialzynk current setup: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Monitoring runs LOCALLY in Docker (not in production cloud)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Prometheus scrapes the Railway-deployed API via host.docker.internal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Grafana dashboards viewable only on developer's machine (port 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840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Sentry handles production error tracking and alerting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315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No centralised log aggregation yet (Loki not set 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AI cost alerts via Prometheus — unique to this app vs. typical 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📌 Evolution path: move Prometheus + Grafana to Railway or managed Grafana Cloud for production visibility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5 — Side-by-Side Comparison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DevOps Comparison: Industry Standard vs. Sozialzynk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97280"/>
            <a:ext cx="45720" cy="5303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Industry Standard (Scale)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CI: Jenkins / GitLab CI /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Containerise: Dockerfile +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Deploy: Kubernetes (EKS/GKE/AKS)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43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CD tool: ArgoCD / FluxCD / 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27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Secrets: HashiCorp Vault / K8s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Monitoring: Prometheus + Grafana + Loki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Alerting: PagerDuty + Alertmanager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Logs: ELK Stack / Grafana Loki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64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Tracing: Jaeger / Zipkin / Tempo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Sozialzynk (Current)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CI: GitHub Actions (ci.yml + mobile)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756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No Docker for core app (Vercel/Railway)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597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Deploy: Vercel (web) + Railway (API)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437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CD: git push = deploy (built into Vercel)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278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Secrets: Vercel env vars + Railway vars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7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Monitoring: Prometheus + Grafana (local)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95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Alerting: Sentry (errors) + Prometheus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799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Logs: Railway logs + Sentry breadcrumbs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640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Tracing: Sentry traces (partial)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 Gates — What Protects Sozialzynk's Master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Every PR must pass ALL of these before merging: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Lint — no ESLint violations across the entire monorepo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TypeScript strict — zero type errors (no 'any' without // @reason:)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Unit tests — Jest coverage threshold must be 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Build — Next.js + NestJS must compile successfully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Bundle budget — first-load JS per route must stay ≤ 800 KB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Semgrep SAST — custom architecture rules (blocking at ERROR severity)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5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ZAP DAST — no high-risk findings in passive security scan of live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TruffleHog — no verified secrets leaked in git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52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OWASP — no dependency with CVSS score ≥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00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E2E (Chromium + Firefox + WebKit) — Playwright tests must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47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This is MORE thorough than most production SaaS companies at this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315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Most startups: just lint + unit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Sozialzynk: SAST + DAST + secret scanning + cross-browser E2E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Part 6 — Evolution Path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the DevOps Stack Would Evolve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Phase 1 — Current (early SaaS, 0–10k users):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Vercel + Railway + GitHub Actions CI + local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Fast, cheap, zero ops overhead — perfect for this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Phase 2 — Growth (10k–100k users):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Move Prometheus + Grafana to Grafana Cloud (managed, production-visible)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Add Loki for log aggregation from Railway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Add end-to-end distributed tracing (OpenTelemetry → Tempo)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Add Slack/PagerDuty integration for alert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Phase 3 — Scale (100k+ users, multi-region):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Containerise NestJS API with Dockerfile, deploy to Kubernetes (GKE/EKS)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ArgoCD for GitOps CD — git repo is source of truth for cluster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kube-state-metrics + Prometheus Operator inside the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Canary deployments via Argo Rollouts for zero-risk releases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HashiCorp Vault for secret management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Horizontal Pod Autoscaler on API + BullMQ worker pods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AI-specific monitoring (already in place — ahead of most SaaS):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9457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AI cost alerts, cache hit tracking, token accounting — already built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CI (Continuous Integration) — GitHub Actions runs 10+ checks on every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Catches bugs, security issues, and regressions before users see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Docker — used for local AI service development (TTS, image gen, music)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Production app uses managed platforms (Vercel/Railway)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Kubernetes — industry standard for large-scale container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Sozialzynk uses Vercel + Railway — same outcomes, simpler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Grafana + Prometheus — monitors API health, latency, errors, AI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Currently local; next step is Grafana Cloud for production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Sozialzynk's CI is unusually mature for an early-stage app: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SAST + DAST + secret scanning + E2E cross-browser — production-grade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The stack is designed to evolve — each layer can be upgraded independently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30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  • Vercel → Kubernetes when needed, local Grafana → managed when team grows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📌 The mobile CI pipeline we fixed today is a small but real example of this CI system at work!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Sozialzynk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78BFA"/>
                </a:solidFill>
              </a:rPr>
              <a:t>CI · Docker · Kubernetes ·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Built with GitHub Actions · Vercel · Railway · Prometheus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