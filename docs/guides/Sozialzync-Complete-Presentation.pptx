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651760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200">
                <a:solidFill>
                  <a:srgbClr val="FFFFFF"/>
                </a:solidFill>
                <a:latin typeface="Calibri"/>
              </a:rPr>
              <a:t>Sozialzync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200">
                <a:solidFill>
                  <a:srgbClr val="C4B5FD"/>
                </a:solidFill>
                <a:latin typeface="Calibri"/>
              </a:rPr>
              <a:t>AI-Powered YouTube Content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78BFA"/>
                </a:solidFill>
                <a:latin typeface="Calibri"/>
              </a:rPr>
              <a:t>From idea to published video — with a full AI content team behind every creator.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4B5FD"/>
                </a:solidFill>
                <a:latin typeface="Calibri"/>
              </a:rPr>
              <a:t>  sozialzync.vercel.app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23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9C8BB9"/>
                </a:solidFill>
                <a:latin typeface="Calibri"/>
              </a:rPr>
              <a:t>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C8BB9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What is Sozialzync?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Production-grade SaaS platform — a complete AI content operating system for YouTube creators.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Automates the entire content lifecycle: Research → Script → Fact-check → Compliance → SEO → Publish.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Every output must pass a hard compliance gate before it can be published — no bypasses.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Human-in-the-loop on publish: the AI drafts, the creator approves before anything reaches YouTube.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Supports Free, Pro, Enterprise, and Agency plan tiers; SUPER_ADMIN/OWNER have full access to everything.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Built on Next.js (frontend) + NestJS (backend) + 10+ specialized AI agents + BullMQ async pipeline.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Not a spam generator — every feature enforces original, monetizable, copyright-safe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CREATOR  |  Your AI Content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ResearchAgent — discovers trending topics, pulls sources, builds a fact-sourced research brief.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ScriptAgent — writes hook, body, and CTA sections tailored to your channel voice and niche.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FactCheckAgent — verifies every factual claim against ResearchAgent sources; rejects hallucinations.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ComplianceAgent — scores content 0–100; blocks anything below 70 or with BLOCK-severity flags.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SEOAgent — optimizes title variants, tags, and keyword targeting for YouTube search.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MetadataAgent — generates video title, description, chapters, and thumbnail brief automatically.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ThumbnailAgent — generates AI thumbnail candidates; you pick the winner.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CopilotAgent — always-on chat assistant for questions, edits, and content strategy during creation.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CREATOR  |  The Content Pipeline (Long-Form)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1 — Research:    ResearchAgent sources topic data, competitor intel, trending angles.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2 — Script:      ScriptAgent writes a structured script with hook, body, CTA.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3 — Fact Check:  FactCheckAgent traces every claim to a ResearchAgent source.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4 — Compliance:  ComplianceAgent hard gate — score ≥ 70, no BLOCK flags → pass.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5 — Metadata:    MetadataAgent generates title, description, chapters, thumbnail brief.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6 — SEO:         SEOAgent optimizes title variants, tags, and keyword strategy.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7 — You Review:  Approvals UI shows the full package for your sign-off.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8 — Publish:     PublishingService uploads to YouTube only after your approval.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Every step runs as an async BullMQ job — nothing blocks the UI while AI works.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Failed steps route to QualityControlAgent for retry; you get notified of blockers.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CREATOR  |  Plan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FREE — 3 projects, 5 outputs per project, 10 Copilot queries/day, 10 Shorts edits/month.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Access to basic AI tools; Compliance gate always active.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Great for testing the platform and getting your first AI-assisted video done.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PRO — Credits-based access. Top up wallet credits and unlock all 15 AI agents.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Unlimited projects, unlimited publishing, full SEO suite, Shorts Studio.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No fixed monthly subscription: pay per generation with credit lots.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Credits never expire faster than the lot expiry date; multiple lot types supported.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ENTERPRISE — Team workspaces, shared org wallet, multi-channel management.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Org admin controls budget caps, team allocations, and member roles.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White-label dashboard, SLA, priority support, dedicated account manager.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SUPER_ADMIN / OWNER — Full platform access; bypasses all plan gates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CREATOR  |  Credit &amp; Wallet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Pay-as-you-go — no forced subscription. Buy credits when you need them.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Credit lot types: Trial (free on sign-up), Purchased, Bonus, Referral rewards.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Lots are consumed in expiry order (oldest first) — FIFO to protect your credits.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Wallet balance is live: queried via API, shown in the header and wallet page.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Credits below 500 trigger a 'running low' warning badge in the UI.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Referral program: share your referral code → earn bonus credits when friends join.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Trial grant on sign-up: try AI agents immediately without entering payment info.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Credit reservation system: credits are held during a job and settled on completion.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If a job fails, the reservation is released — you are never charged for failed runs.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Stripe integration for purchasing credit packs or upgrading to Pro/Enterprise subscription.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CREATOR  |  Publishing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Human approval is mandatory — the platform never publishes to YouTube without your sign-off.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Approval UI shows: AI script, compliance score, SEO metadata, thumbnail, chapter list.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You can edit any field before approving — the final call is always yours.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Once approved, PublishingService calls YouTube Data API with the full metadata package.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Scheduling: set a future publish date and time; the job fires automatically at the scheduled slot.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Auto-publish (scheduled) is only available if the item has already passed compliance.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YouTube OAuth is required: connect your channel in Settings → Channels before publishing.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Chapter timestamps are written into the video description automatically.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Post-publish: the platform polls YouTube Analytics to track views, watch time, and CTR.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CREATOR  |  Shorts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Turn your existing long-form videos into YouTube Shorts — no re-recording needed.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Import flow: select a channel → pick videos from your library → AI analyzes each one.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Analysis: transcript ingestion, scene detection, topic segmentation, chapter detection.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Clip recommendations: AI ranks segments by virality potential, topic coherence, retention signals.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Timeline editor: drag-drop clip order, set trim points and transitions on a visual timeline.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AI editing assistant: type natural-language instructions ('make it punchier') → AI edits the timeline.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Thumbnail generator: AI creates Short thumbnail candidates; you approve the winner.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Social content factory: auto-generate Quote Cards, Carousels, Blog Posts, or Newsletters from the same content.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Same compliance gate applies: every Short passes ComplianceAgent before export or publish.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Chapter sync: confirmed chapters can be written back to your YouTube video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ENTERPRISE OWNER  |  Enterprise Plan — What You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Unlimited projects, all 15 AI agents, full media pipeline, multi-channel management.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Team workspaces: create an Organization, invite team members, assign roles and budgets.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Shared org wallet: one billing account funds all team members' usage.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Budget controls: set hard monthly credit caps per team or per project — overage is blocked.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White-label dashboard: brand the platform UI with your company name and logo.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SLA guarantee: uptime commitment, priority issue resolution, dedicated support queue.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Dedicated account manager for onboarding, strategy, and feature requests.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Audit logs: every action (publish, approval, role change, billing event) is logged with timestamp.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Advanced analytics: BI module with cross-channel performance reports and growth tracking.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SUPER_ADMIN bypass: Owner/Developer account has unrestricted access to all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ENTERPRISE OWNER  |  Organization &amp; Team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Organization model: one org can contain multiple teams, channels, and wallets.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Role hierarchy (Org level):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ORG_ADMIN — full org control: billing, members, channels, budget allocation.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BILLING_ADMIN — manages wallet top-ups, budget periods, credit allocation; no content access.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TEAM_MANAGER — creates and manages teams, assigns EDITOR / REVIEWER / VIEWER roles.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MEMBER — standard creator access within assigned team's scope and budget.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Team roles: OWNER → ADMIN → EDITOR → REVIEWER → VIEWER (progressively narrower access).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Budget periods: allocate a monthly credit budget per team; spend tracked in real time.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Hard cap enforcement: credit reservation is rejected if it would exceed the team budget.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Shared wallet: org-level CreditLedger — all member spend deducted from the same pot.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Invite flow: email invite → OTP verification → role assignment → workspace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ENTERPRISE OWNER  |  Billing &amp; Cost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Shared org wallet: one Stripe payment method funds all team credit spending.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CreditLedger: append-only ledger — every credit movement is logged (grant/spend/reserve/settle/refund).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CreditLot buckets: Purchased, Trial, Bonus, Referral — each with its own expiry date.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Lots consumed in FIFO expiry order: oldest expiring credits spent first.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BudgetPeriod: monthly credit cap per org or per team — set and forget.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Approaching 80% budget threshold triggers a warning notification to ORG_ADMIN.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Per-project billing: each project tracks its credit spend; visible in project analytics.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Hard cap enforcement: the reservation system blocks any job that would exceed the cap.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Usage analytics: credit burn rate chart, top spenders by team/project, cost per video.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Stripe webhooks sync subscription status in real time — no manual plan updates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ENTERPRISE OWNER  |  Multi-Channel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Multiple YouTube channels per organization — each channel is independent.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Per-channel profiles stored separately: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Niche profile: target audience, content category, competitor channels.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Voice profile: tone, pacing, vocabulary — used by ScriptAgent for every video.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Brand kit: colors, logo asset references, intro/outro preferences.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Parallel content pipelines: all channels can run AI jobs simultaneously.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BullMQ concurrency: multiple workers process different channel jobs in parallel.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Channel-scoped analytics: views, watch time, CTR, and subscriber growth per channel.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Shorts Studio is channel-first: each Short is scoped to a specific channel and its brand kit.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Cross-channel reporting: BI module aggregates metrics across all org channels.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OAuth tokens encrypted at rest per channel — channel access revocable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ENTERPRISE OWNER  |  Compliance at Enterprise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ComplianceAgent is a hard gate — no publish path bypasses it, for any team member.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ComplianceService.enforce() throws BadRequestException on failure; there is no override flag.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 scoring: 0–100 scale; items scoring below 70 are blocked until revised.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ComplianceFlag types: copyright risk, advertiser-unfriendly content, misleading claims, ToS violations.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SHA-256 caching: compliance results are cached by content hash — no re-checking identical scripts.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Monetization safety score: separate dimension tracking advertiser-friendliness of every video.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FactCheckAgent citations: every factual claim in the script must link to a ResearchAgent source.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Enterprise audit logs record citation provenance for every published video.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AuditLog model: every publish, approval, role change, and billing event is logged immutably.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 reports available in the BI module: pass rate, common failure reasons, trend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SUPER ADMIN  |  Super Admin Powers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Role = SUPER_ADMIN or OWNER → bypasses ALL plan gates in both frontend and backend.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/admin panel: view all users, manage subscriptions, override billing, reset OTPs.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Manage roles: promote/demote any user to any role (MEMBER / ORG_ADMIN / OWNER / SUPER_ADMIN).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Override billing: manually grant credits, adjust wallet balance, cancel subscriptions.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Feature flags: toggle platform-wide features via SystemConfig without a deployment.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AI ops panel: manage prompt versions, view agent token usage and cost per model.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Access to all organizations, teams, and channels — no workspace is hidden.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Railway dashboard: full backend access (NestJS logs, PostgreSQL, Redis, BullMQ queues).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Vercel dashboard: frontend deployments, env vars, preview URL management.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GitHub Actions CI: approve/retry any failed pipeline step from the Actions tab.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Super Admin accounts: Digiaim_group1@iimcal.ac.in | sozialzync.vercel.app/admin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SUPER ADMIN  |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Monorepo managed with pnpm workspaces + Turborepo (shared cache, parallel builds).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apps/web    — Next.js 14 App Router (frontend; deployed to Vercel).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apps/api    — NestJS (backend; deployed to Railway).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packages/agents  — AI agent implementations (stateless, idempotent).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packages/shared  — Zod schemas, shared types, utils used by both apps.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packages/prompts — Versioned prompt templates (never inline prompts in code).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packages/config  — ESLint, TypeScript, and Tailwind presets shared across packages.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infra/           — Docker Compose, IaC definitions, GitHub Actions workflows.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n8n/             — Exported workflow definitions (runtime not yet deployed).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Each NestJS module maps to one platform engine (auth, channels, projects, billing, publishing…).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Turborepo caches build artifacts: only changed packages re-build in 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SUPER ADMIN  |  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Vercel — Next.js frontend (global CDN, auto-preview URLs per push, serverless functions).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URL: sozialzync.vercel.app | Auto-deploys on every push to master.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Vercel env var: NEXT_PUBLIC_API_URL → points to Railway backend.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Railway — NestJS backend + PostgreSQL + Redis (persistent workers, BullMQ, WebSockets).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BullMQ requires a persistent background worker — cannot run on Vercel serverless.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WebSocket gateway for real-time job events also requires persistent connections.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GitHub Actions CI/CD pipeline on every push: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lint → typecheck → unit tests → build → SAST (semgrep) → DAST (ZAP baseline).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E2E tests (Playwright) in a separate workflow against the preview deployment.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Redis: BullMQ job queue + session cache; PostgreSQL: primary data store via Prisma ORM.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Cloudflare R2: asset storage (r2Key field on AssetVersion) — integration wiring in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SUPER ADMIN  |  AI Agent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SupervisorAgent — orchestrates the pipeline; assigns jobs, monitors retries, routes failures.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ResearchAgent   — sourced research brief with URLs, summaries, trending signals.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ScriptAgent     — hook + body + CTA script with inline fact citations.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FactCheckAgent  — verifies every claim against ResearchAgent sources; rejects hallucinations.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ComplianceAgent — scores 0–100; BLOCK flags or score &lt; 70 halt the pipeline.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MetadataAgent   — title, description, tags, chapters, thumbnail brief.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SEOAgent        — keyword targeting, title variants, YouTube search optimization.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ThumbnailAgent  — AI thumbnail candidates via ImageAgent; user selects winner.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StoryboardAgent — scene-by-scene visual plan for video production.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AudienceAgent   — audience persona analysis, retention risk flags, engagement hooks.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CopilotAgent    — real-time chat assistant embedded in the creator workspace.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All agents: stateless + idempotent. Zod-validated output. Retry → QualityControlAgent.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SUPER ADMIN  |  Security &amp;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JWT access token (short-lived) + refresh token (rotation on every use, stored HttpOnly).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OTP login: email OTP via Resend API (or Gmail SMTP fallback) and SMS OTP via Twilio.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OTP: 6-digit, 10-minute expiry, max 5 per window, production error if no provider configured.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Google OAuth, Apple OAuth, Facebook OAuth — all via NestJS passport strategy.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Role-based access: MEMBER / ORG_ADMIN / OWNER / SUPER_ADMIN — enforced server-side always.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Frontend plan-gate is a UI affordance only; server enforces the real gate on every request.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Secrets: all keys in Railway / Vercel env vars — never committed to Git.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TOKEN_ENCRYPTION_KEY: YouTube OAuth tokens encrypted at rest in AccountLink model.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Semgrep SAST: runs on every push in GitHub Actions, catches secrets and injection patterns.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ZAP DAST baseline: runs against deployed API in CI, checks for common web vulnerabilities.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CSP headers, CORS policy, rate limiting, and Helmet middleware on all NestJS routes.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SUPER ADMIN  |  Environment Variables &amp;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VERCEL (frontend only):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NEXT_PUBLIC_API_URL — Railway backend URL (e.g. https://your-api.railway.app)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RAILWAY (backend — all other vars):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DATABASE_URL       — PostgreSQL connection string (Railway plugin).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REDIS_URL          — Redis connection string (Railway plugin).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JWT_SECRET         — random 256-bit string for signing access tokens.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JWT_REFRESH_SECRET — separate secret for refresh tokens.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TOKEN_ENCRYPTION_KEY — AES key for encrypting stored OAuth tokens.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RESEND_API_KEY + RESEND_FROM — email OTP delivery via Resend.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TWILIO_ACCOUNT_SID + TWILIO_AUTH_TOKEN + TWILIO_FROM — SMS OTP.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ANTHROPIC_API_KEY / OPENAI_API_KEY / GOOGLE_AI_API_KEY — AI providers.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STRIPE_SECRET_KEY + STRIPE_WEBHOOK_SECRET — billing.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GOOGLE_CLIENT_ID + GOOGLE_CLIENT_SECRET — YouTube OAuth.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Tech Stack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FRONTEND (apps/web — Vercel)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Next.js 14 App Router, TypeScript strict, Tailwind CSS, TanStack Query v5.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Lucide React icons, Radix UI primitives, Framer Motion animations.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Mobile-first: bottom nav on mobile, sidebar drawer, responsive breakpoints.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BACKEND (apps/api — Railway)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NestJS (modular), Prisma ORM, PostgreSQL, Redis, BullMQ async jobs.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Passport.js (JWT + OAuth strategies), Helmet, class-validator, class-transformer.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WebSocket gateway (Socket.io) for real-time job progress events.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AI PROVIDERS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Claude (Anthropic) — primary model for scripting and compliance.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OpenAI GPT — fallback provider via shared aiClient.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Google Gemini — fallback provider; also used for YouTube channel analytics.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TOOLING: pnpm workspaces, Turborepo, GitHub Actions, Playwright E2E, Jest unit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Monorepo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sozialzync-ai/           ← root (pnpm workspaces + Turborepo)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apps/web/               ← Next.js 14 frontend (Vercel)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apps/api/               ← NestJS backend (Railway)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packages/agents/        ← AI agent implementations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packages/shared/        ← Zod schemas, types, utils (shared by web + api)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packages/prompts/       ← versioned prompt templates (never inline in code)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packages/config/        ← ESLint, tsconfig, Tailwind presets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infra/                  ← Docker Compose, GitHub Actions workflows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n8n/                    ← exported n8n workflow definitions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docs/                   ← all design docs (read before coding)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CLAUDE.md               ← AI coding agent operating contract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Turborepo pipeline: build depends on ^build; test depends on ^build.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pnpm workspace protocol: packages reference each other via workspace:*.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Frontend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Next.js App Router — Server Components by default; Client Components only when interactive.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Route groups: (dash) for authenticated dashboard, (auth) for login/signup flows.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/api/proxy route: frontend API calls go through Next.js proxy → Railway backend (avoids CORS).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TanStack Query: all data fetching; shared queryKey conventions; 2-minute staleTime.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State management: React useState + useEffect; no global store (context for auth only).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Hydration safety: localStorage reads always inside useEffect, never at render time.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Pattern: useState(defaultValue) → useEffect(() =&gt; { setValue(localStorage.get()) }, []).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Mobile responsive: bottom nav bar on mobile, sidebar drawer (Sheet), touch targets ≥ 44px.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Plan gating: PlanGate component + usePlanGate hook; reads JWT from localStorage after mount.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Styling: Tailwind CSS utility classes; design tokens via Tailwind config (brand purple = #7C3AED).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Type safety: TypeScript strict; Zod schemas from packages/shared used for API response parsing.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Backend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NestJS modules — one module per engine: auth, channels, projects, jobs, wallet, billing, orgs, publishing, analytics.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Async jobs: anything &gt; 2s or calling an external AI/video/music provider runs as a BullMQ job.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AGENT_QUEUE: ResearchJob, ScriptJob, FactCheckJob, ComplianceJob, MetadataJob, SEOJob, PublishJob.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SHORTS_QUEUE: ShortsAnalyzeJob and dedicated Shorts Studio job types.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WebSocket gateway (Socket.io): emits job:progress, job:complete, job:error events to the frontend.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Guards: JwtAuthGuard (all routes), DeveloperKeyGuard (external API), RolesGuard (admin).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Middleware: Helmet (security headers), CORS, rate limiter, request logger, Sentry error capture.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Error handling: typed domain errors thrown, never swallowed; all surface to Sentry.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Observability: Prometheus metrics via prom-client on every route; AuditLog for compliance trails.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Prisma ORM: type-safe DB access; migrations via prisma migrate deploy in CI.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Zod validation: at every boundary — API input (class-validator), agent output, env vars (zod.parse).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Agent Development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1: Define input + output Zod schemas in packages/shared — never inline in agent code.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2: Pull the prompt from packages/prompts (versioned file) — never hardcode a large prompt.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3: Call the AI model via the shared aiClient (handles retries, fallback provider, token accounting, tracing).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4: Validate output against the output Zod schema.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On schema failure: retry up to MAX_AGENT_RETRIES, then route to QualityControlAgent.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5: Emit a structured trace event (agent name, model, tokens, latency, cost estimate).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Step 6: Agents must remain stateless and idempotent — SupervisorAgent orchestrates sequencing.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Provider fallback order: Claude (Anthropic) → OpenAI → Gemini (configured in aiClient).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Token accounting: all provider calls log tokens + estimated cost to AgentLog model.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ComplianceAgent is special: its output is also stored in ComplianceResult and is a hard gate.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ComplianceService.enforce() throws BadRequestException — the pipeline does NOT continue on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Database Schema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User, AccountLink (OAuth tokens encrypted), Session, OtpCode — auth models.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Subscription (FREE/STARTER/PRO/AGENCY), Wallet (user or org), CreditLedger, CreditLot — billing.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CreditReservation: hold-and-settle pattern; BudgetPeriod: monthly cap per org/team.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Organization, OrgMembership, Team, TeamMembership — org/team hierarchy.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Channel, LibraryVideo, LibraryPlaylist, AccountLink — YouTube channel models.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Project, Script, Approval, ComplianceResult, ComplianceFlag — content pipeline.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Job (BullMQ job record), AgentLog (token usage, cost, latency per agent call).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ImportedVideo, TranscriptSegment, VideoScene, TopicSegment, Chapter — Shorts Studio.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ShortClip, ShortsTimeline, SocialContent — Shorts generation models.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Asset, AssetVersion (r2Key, provider field) — media pipeline with R2 storage keys.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ReferralCode, TrialGrant, DeveloperKey, DeveloperWebhook, AuditLog, SystemConfig — growth/ops.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CI/CD &amp; Build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GitHub Actions — triggers on every push to master and on pull requests.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Pipeline steps (in order):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lint         — ESLint across all packages (Turborepo cached).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typecheck    — tsc --noEmit strict mode across all packages.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unit tests   — Jest; co-located *.spec.ts files; coverage threshold enforced.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build        — Turborepo build (only changed packages re-build).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SAST         — Semgrep rules (secrets, injection, security anti-patterns).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DAST         — OWASP ZAP baseline scan against deployed preview API.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E2E          — Playwright tests against Vercel preview deployment.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Vercel: auto-deploys on every push; preview URL per PR; production on master merge.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Railway: auto-deploys on env var change or when triggered by GitHub Actions.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prisma migrate deploy runs as part of the Railway deploy hook (never manual).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Branch protection: PR must pass all checks before merge; no force-push to master.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FOR THE DEVELOPER  |  Coding Conventions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TypeScript strict mode everywhere — no any without a // @reason: comment.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Naming: PascalCase types/classes | camelCase vars/functions | SCREAMING_SNAKE env vars | kebab-case files.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Zod at every boundary: API input, agent output, environment variables (zod.parse on startup).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BullMQ for async: any operation &gt; 2s or calling an external provider must be a job, not inline.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Errors: throw typed domain errors; never swallow exceptions; all errors surface to Sentry.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Tests: co-locate *.spec.ts with source. New features require unit tests; pipelines need integration tests.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Comments: only when the WHY is non-obvious. No docblocks. No task references ('fix for issue #123').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Conventional Commits: feat: / fix: / chore: / docs: / refactor: / test: — one logical change per PR.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No inline prompts: large prompts live in packages/prompts with version numbers.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No feature flags or backwards-compat shims unless explicitly required — just change the code.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Security: no command injection, no XSS, no SQL injection — Prisma parameterized queries always.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ROADMAP  | 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Phase 1 — Core Platform (COMPLETED)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Auth, channel connect, content pipeline, compliance gate, billing, developer portal, CI.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Phase 2 — Shorts Studio (COMPLETED)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Channel-first flow, transcript analysis, clip recommendations, timeline editor, social factory.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Phase 3 — Enterprise &amp; Growth (COMPLETED)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Org/team workspaces, referral program, trial engine, BI analytics module.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Phase 4 — Media Pipeline (IN PROGRESS)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Built: Voice, Image, Music, Video, Subtitle agents; ffmpeg render pipeline; Asset/AssetVersion models.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Still needed: Cloudflare R2 SDK wiring, external video/music provider integrations (Veo/Kling/Suno).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Phase 5 — Scale &amp; Ops (PLANNED)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n8n workflow automation, multi-region deployment, i18n beyond English, accessibility audit.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Stripe production keys, horizontal BullMQ worker scaling, Postgres read replicas.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KEY LINKS &amp;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App URL:         https://sozialzync.vercel.app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Admin Panel:     https://sozialzync.vercel.app/admin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GitHub Repo:     https://github.com/MoshayM/AI-Sozialzync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Super Admin:     Digiaim_group1@iimcal.ac.in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OTP Setup — configure these Railway env vars for OTP delivery to work: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Email (Resend): RESEND_API_KEY + RESEND_FROM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Email (SMTP):   SMTP_HOST + SMTP_PORT + SMTP_USER + SMTP_PASS + SMTP_FROM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SMS (Twilio):   TWILIO_ACCOUNT_SID + TWILIO_AUTH_TOKEN + TWILIO_FROM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For a full setup guide, see: OTP-SETUP.txt in the repo root.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Frontend deployed on Vercel — auto-redeploys on every push to master.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  <a:latin typeface="Calibri"/>
              </a:rPr>
              <a:t>● Backend deployed on Railway — redeploys when env vars change (~30 seconds).</a:t>
            </a:r>
          </a:p>
          <a:p>
            <a:pPr lvl="1">
              <a:spcBef>
                <a:spcPts val="200"/>
              </a:spcBef>
            </a:pPr>
            <a:r>
              <a:rPr sz="1150" b="0">
                <a:solidFill>
                  <a:srgbClr val="444466"/>
                </a:solidFill>
                <a:latin typeface="Calibri"/>
              </a:rPr>
              <a:t>○ Full architecture details: docs/architecture.md | docs/deployment.md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8888AA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