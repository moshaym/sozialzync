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Sozialzync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Your AI-Powered YouTube Content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4B5FD"/>
                </a:solidFill>
              </a:rPr>
              <a:t>Research. Script. Comply. Publish. Grow.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sozialzync.vercel.app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4B5FD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FOR THE CONTENT CREATOR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4B5FD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11704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Sozialzync?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AI-powered YouTube Content Operating System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Replaces an entire content team with 15 specialized AI agents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From idea to published video — fully guided workflow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Designed for monetizable, original, copyright-safe content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Works alongside you — you always approve before anything publishes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Supports Video, YouTube Shorts, and Music content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11704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Getting Started — Your First 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Sign up at sozialzync.vercel.app (email OTP or Google login)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Create your first Project — name it, pick a content type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Connect your YouTube channel (YouTube Data API OAuth)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Set your niche and brand voice in Channel Profile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Let the AI suggest your first video topic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11704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Your Free Plan — What You 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3 Projects (channels)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Up to 5 AI-generated outputs per project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10 AI Copilot queries per day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10 Shorts edits per month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Basic Research + Script generation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Human approval always required before publishing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11704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Upgrading: Credits &amp; Pro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Pro access: buy AI credits (pay-as-you-go, no subscription needed)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Credits unlock: all 15 AI agents, unlimited projects, full SEO suite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Credit types: Trial (welcome bonus) → Purchased → Bonus → Referral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Credits never expire during active use (oldest lot consumed first)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Enterprise Plan: team seats, shared org wallet, white-label features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Manage credits at: App → Wallet → Buy Credits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THE CONTENT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4B5FD"/>
                </a:solidFill>
              </a:rPr>
              <a:t>From Idea to Published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4B5FD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11704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1 — Research &amp; Topic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ResearchAgent scans YouTube trends, search volume, and competition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Finds low-competition, high-opportunity video topics in your niche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Analyzes top-performing competitor videos for gap opportunities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Outputs: suggested titles, estimated reach, difficulty score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AudienceAgent profiles your target viewers and their pain points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You review and pick the topic — AI doesn't decide for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11704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2 — Script 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ScriptAgent generates a full script: hook → body → CTA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Hooks are engineered for audience retention (first 30 seconds critical)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Every factual claim flagged for verification before inclusion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Brand voice settings applied automatically (tone, style, vocabulary)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Script broken into scenes: talking head, B-roll cues, graphics notes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You edit, approve, or regenerate any 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11704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3 — Fact Checking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FactCheckAgent verifies every factual claim in the script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Each verified fact gets a source citation stored in the project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ComplianceAgent runs monetization safety analysis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Checks: advertiser-friendliness, copyright risk, community guidelines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Assigns a Monetization Safety Score (0–100)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Nothing moves to publishing until compliance passes — this is a hard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11704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4 — SEO &amp; Metadata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SEOAgent generates: title variants, description, 30+ tags, chapters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Titles optimized for YouTube search ranking + click-through rate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Description includes natural keyword placement + chapter timestamps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MetadataAgent creates: cards, end-screen plan, pinned comment draft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ThumbnailAgent generates: detailed thumbnail creative brief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You choose from multiple title/thumbnail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11704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5 — Review &amp; Approve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All AI outputs land in your Project dashboard for review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Side-by-side comparison: AI draft vs. your notes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One-click regenerate for any section you dislike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Compliance score displayed prominently before you can publish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You must click "Approve" — publishing never happens automatically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Scheduled publish: you set the time, AI doesn't override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11704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6 — Publish to YouTube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Click Publish → system uploads video via YouTube Data API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Title, description, tags, chapters, cards all applied automatically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Thumbnail uploaded if you approved the AI-generated one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Video visibility: Public / Unlisted / Scheduled — you decide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Publishing log saved for compliance audit trail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Post-publish: AudienceAgent monitors early performance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SHORTS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4B5FD"/>
                </a:solidFill>
              </a:rPr>
              <a:t>Turn Long Videos into Viral Shorts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4B5FD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11704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Shorts Studio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Import any of your existing YouTube videos into Shorts Studio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AI analyzes transcript + audio to find high-retention clip moments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Scene detection identifies natural cut points automatically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Generates up to 10 short clip candidates per video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Each clip: trimmed, reframed for vertical (9:16), captioned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Compliance check applied to every clip before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11704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Shorts Studio —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Import → Analyze → Clip Selection → Edit → Export → Publish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You select which clips to keep from AI recommendations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In-browser editor: trim, adjust captions, add music cue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Export as MP4 or publish directly to YouTube as a Short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Separate SEO metadata generated for each Short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Free plan: 10 Shorts edits/month; Pro: unlimited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11704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Copilot — Your Always-On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Built-in chat assistant on every screen — ask anything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"Write me a hook for a video about morning routines"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"What tags should I use for my cooking channel?"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"Is this title optimized for search?"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Understands your channel profile and past content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Free: 10 queries/day | Pro: unlimited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11704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Analytics &amp; Performance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Dashboard shows: views, watch time, CTR, subscriber growth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Tracks which AI-generated videos perform best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Identifies content patterns that correlate with high retention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Weekly performance summary email (Pro feature)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AudienceAgent updates viewer profile based on engagement data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Recommendations: what to make next, best posting times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YOUR PLAN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4B5FD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11704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Plan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286000"/>
                <a:gridCol w="2560320"/>
                <a:gridCol w="2560320"/>
              </a:tblGrid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Free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Pro (Credits)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Enterprise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B4B"/>
                          </a:solidFill>
                        </a:rPr>
                        <a:t>Projects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B4B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B4B"/>
                          </a:solidFill>
                        </a:rPr>
                        <a:t>Unlimited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B4B"/>
                          </a:solidFill>
                        </a:rPr>
                        <a:t>Unlimited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B4B"/>
                          </a:solidFill>
                        </a:rPr>
                        <a:t>AI Copilot queries/day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B4B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B4B"/>
                          </a:solidFill>
                        </a:rPr>
                        <a:t>Unlimited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B4B"/>
                          </a:solidFill>
                        </a:rPr>
                        <a:t>Unlimited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B4B"/>
                          </a:solidFill>
                        </a:rPr>
                        <a:t>Shorts edits/month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B4B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B4B"/>
                          </a:solidFill>
                        </a:rPr>
                        <a:t>Unlimited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B4B"/>
                          </a:solidFill>
                        </a:rPr>
                        <a:t>Unlimited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B4B"/>
                          </a:solidFill>
                        </a:rPr>
                        <a:t>AI 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B4B"/>
                          </a:solidFill>
                        </a:rPr>
                        <a:t>Basic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B4B"/>
                          </a:solidFill>
                        </a:rPr>
                        <a:t>All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B4B"/>
                          </a:solidFill>
                        </a:rPr>
                        <a:t>All 15 + 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11704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Tips for Success on Sozialzync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Set up your Channel Profile first — AI uses your brand voice everywhere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Always review the Compliance Score before publishing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Use Copilot to iterate on hooks — retention starts in second 1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Import your best existing video into Shorts Studio immediately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Buy a small credit pack to unlock all 15 agents for your first real video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E1B4B"/>
                </a:solidFill>
              </a:rPr>
              <a:t>● Check analytics weekly — let data guide your next topic pick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Ready to grow your channel?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sozialzync.vercel.app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Sign up free — no credit card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4B5FD"/>
                </a:solidFill>
              </a:rPr>
              <a:t>Sozialzync — Your YouTube Content 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4B5FD"/>
                </a:solidFill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