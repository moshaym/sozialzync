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Sozialzync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Technical Deep Dive — Developer's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AE6FD"/>
                </a:solidFill>
                <a:latin typeface="Calibri"/>
              </a:rPr>
              <a:t>NestJS · Next.js · TypeScript · PostgreSQL · BullMQ · 15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sozialzync.vercel.app | github.com/MoshayM/AI-Sozialzync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Sozialzync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SaaS platform: AI-powered YouTube Content Operating System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Multi-tenant: users, organizations, channels, projects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15 specialized AI agents orchestrated by SupervisorWorker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Full content pipeline: research → script → compliance → publish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Real-time job progress via WebSockets + BullMQ queues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Auth: JWT + OTP (email/SMS) + Google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Repository Structure (Monorepo)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ourier New"/>
              </a:rPr>
              <a:t>sozialzync-ai/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├── apps/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│   ├── web/          ← Next.js 15 frontend (Vercel)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│   └── api/          ← NestJS backend (Railway)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├── packages/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│   ├── agents/       ← AI agent implementations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│   ├── shared/       ← Zod schemas, types, utils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│   ├── prompts/      ← Versioned prompt templates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│   └── config/       ← ESLint, TSConfig, Tailwind presets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├── infra/            ← Docker, IaC, GitHub Actions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├── n8n/              ← Exported workflow definitions</a:t>
            </a:r>
          </a:p>
          <a:p>
            <a:r>
              <a:rPr sz="1400">
                <a:solidFill>
                  <a:srgbClr val="FFFFFF"/>
                </a:solidFill>
                <a:latin typeface="Courier New"/>
              </a:rPr>
              <a:t>└── CLAUDE.md         ← AI agent operating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Stack: Frontend (apps/web)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Framework: Next.js 15 with App Router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Language: TypeScript strict mode (no any without // @reason:)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Styling: Tailwind CSS + custom design tokens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State/fetching: TanStack Query v5 (React Query)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UI primitives: Radix UI / Lucide icons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Mobile: bottom nav, sidebar drawer, viewport/iOS fixes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Deploy: Vercel (auto-deploy on git push to master)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Stack: Backend (apps/api)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Framework: NestJS 10 with modular architecture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ORM: Prisma 6 (type-safe, schema-first, migration runner)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Database: PostgreSQL 16 (Railway plugin)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Queue: BullMQ 5 + Redis 7 (Railway plugin) — async jobs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WebSockets: NestJS Gateway (socket.io) for real-time job events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Auth: JWT access + refresh tokens, Passport strategies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Deploy: Railway (persistent workers, persistent connections)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Stack: AI &amp; External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AI providers: Anthropic Claude (primary), OpenAI (fallback), Gemini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Video generation: Veo, Kling, Runway, Pika, Luma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Music generation: Suno, Udio, Stable Audio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Email OTP: Resend (primary) → SMTP (fallback)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SMS OTP: Twilio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Payments: Stripe 17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Monitoring: Sentry (errors), prom-client/Prometheus (metrics), BullMQ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NestJS Module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One NestJS module per Core Engine — mirrors the product domain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Modules: AuthModule, ChannelsModule, ProjectsModule, JobsModule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Modules: WalletModule, BillingModule, OrgsModule, PublishingModule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Modules: AnalyticsModule, AgentsModule, NotificationsModule, HealthModule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Each module: Controller → Service → Repository → Prisma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Shared services: PrismaService, RedisService, AiClientService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Guards applied globally: JwtAuthGuard, MetricsInterceptor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BullMQ Async Job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Rule: anything &gt; 2 seconds runs as a BullMQ job, NEVER inline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Single logical queue: AGENT_QUEUE (all agent + media jobs)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Job types: ~50 JobType enum values covering every pipeline step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Job states: PENDING → QUEUED → RUNNING → COMPLETED / FAILED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Failed jobs: retry with exponential backoff → QualityControlAgent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Real-time progress: Socket.io events on each job state change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Dashboard: BullMQ Board UI for queue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Database Schema (Key Tables)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Core entities: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User (id, email, phone, role, plan)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Subscription (userId, tier, stripeId)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Channel (userId, ytChannelId, brandProfile)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Project (channelId, contentType, status)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AgentJob (projectId, type, status, result)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AgentLog (jobId, model, tokens, latency)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Financial &amp; compliance: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Wallet (userId, balanceCredits)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CreditLedger (walletId, type, amount)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ComplianceResult (jobId, passed, score)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Approval (projectId, jobId, status)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AuditLog (userId, action, meta) — append-only</a:t>
            </a:r>
          </a:p>
          <a:p>
            <a:pPr algn="l">
              <a:lnSpc>
                <a:spcPts val="22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AuthSession (userId, refreshToken, rotated)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280160"/>
            <a:ext cx="27432" cy="5120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Authentication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JWT: short-lived access token (15m) + long-lived refresh token (7d, rotating)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OTP login: 6-digit code → Resend/SMTP/Twilio → verify endpoint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Google OAuth via Passport GoogleStrategy; tokens encrypted at rest (AES-256-GCM)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Role hierarchy: MEMBER &lt; OWNER &lt; SUPER_ADMIN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Guards: JwtAuthGuard, OwnerGuard, PermissionsGuard on every protected route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Secrets: all via environment variables — zero secrets in code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Production startup guard: refuses to boot without JWT_SECRET + TOKEN_ENCRYPTION_KEY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Next.js App Router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app/(auth)/       — login, register, OTP verify pages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app/(dash)/       — main app: projects, channels, wallet, analytics, orgs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app/admin/        — Super Admin panel (role-gated)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app/api/          — Next.js API routes (proxies to NestJS backend)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components/       — shared UI: PlanGate, DevicePreview, BottomNav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lib/              — api.ts (typed API client), plan.ts (usePlan hook), auth.ts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SSR vs Client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Server Components by default — no JavaScript sent to client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Client Components only when interactive (marked 'use client')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IMPORTANT: 'use client' components still SSR on first render!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Rule: NEVER read localStorage at render time — causes hydration mismatch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Pattern: useState(defaultValue) + useEffect(() =&gt; read localStorage)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Example fix: contentType state in /projects/[id]/page.tsx (commit b5bb92c)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Plan Gating System (Frontend)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// plan-gate.tsx — UI affordance only; API always enforces server-side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Plan tiers: FREE(0) &lt; STARTER(1) &lt; PRO(2) &lt; ENTERPRISE(3) &lt; AGENCY(4)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usePlanGate()  → reads JWT plan field after mount (useEffect, avoids SSR mismatch)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useIsAdmin()   → reads JWT role field; returns true for SUPER_ADMIN / OWNER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PlanGate component logic: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  const allowed = isAdmin || planAtLeast(userPlan, requiredPlan)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  if (allowed) return children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  else         return &lt;LockOverlay upgradeLink='/wallet' 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THE AI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Agent Architecture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SupervisorWorker orchestrates — individual agents are stateless + idempotent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Agent inputs/outputs validated against Zod schemas (reject + retry on failure)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Prompts stored in packages/prompts (versioned, never inlined in code)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All provider calls via shared aiClient: retry, fallback provider, token accounting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On schema failure: retry up to MAX_AGENT_RETRIES → route to QualityControlAgent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Every agent call emits: {agentName, model, tokens, latencyMs, cost} trace event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Stored in AgentLog table for cost monitoring and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15+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SupervisorWorker — orchestrates pipeline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ResearchAgent — trends, keywords, competitors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AudienceAgent — viewer profiling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ScriptAgent — full script generation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FactCheckAgent — claim verification + citations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ComplianceAgent — monetization safety (HARD GATE)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SEOAgent — title, description, tags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TrendAgent — trend discovery +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MetadataAgent — cards, chapters, pinned comment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ImageAgent — thumbnail/asset brief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StoryboardAgent — scene-by-scene visual plan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VoiceAgent — TTS script + pacing notes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MusicAgent — background score brief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VideoAgent — B-roll/generation prompts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EditPlanAgent — edit commands for editor</a:t>
            </a:r>
          </a:p>
          <a:p>
            <a:pPr algn="l">
              <a:lnSpc>
                <a:spcPts val="2300"/>
              </a:lnSpc>
            </a:pPr>
            <a:r>
              <a:rPr sz="1500" b="0">
                <a:solidFill>
                  <a:srgbClr val="0C4A6E"/>
                </a:solidFill>
                <a:latin typeface="Calibri"/>
              </a:rPr>
              <a:t>● QualityControlAgent — catch + retry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280160"/>
            <a:ext cx="27432" cy="5120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Adding a New Agent —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1. Define InputSchema + OutputSchema in packages/shared (Zod)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2. Create prompt template in packages/prompts/{agentName}/v1.ts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3. Extend BaseAgent&lt;TInput, TOutput&gt; — implement name, systemPrompt, run()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4. Use callStructured() (not callAI()) for stored/downstream responses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5. Validate response against OutputSchema; retry on failure up to MAX_AGENT_RETRIES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6. Register new JobType in shared JobType enum + SupervisorWorker handler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7. Emit trace event (handled by BaseAgent if using shared call methods)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8. Write co-located unit test: {agentName}.agent.spec.ts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DEPLOYMENT &amp;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Vercel (Frontend):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Next.js app auto-deploys on git push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Preview URL for every PR branch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Global CDN — zero cold start for pages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Env var: NEXT_PUBLIC_API_URL → Railway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Bundle budget gate: 800 KB / route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Railway (Backend):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NestJS API — persistent process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BullMQ worker — persistent background worker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PostgreSQL plugin — managed DB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Redis plugin — managed cache/queue</a:t>
            </a:r>
          </a:p>
          <a:p>
            <a:pPr algn="l">
              <a:lnSpc>
                <a:spcPts val="24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WebSocket server — persistent connections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280160"/>
            <a:ext cx="27432" cy="51206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Environment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3035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029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Vercel (frontend):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NEXT_PUBLIC_API_URL=https://api.railway.app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280160"/>
            <a:ext cx="59436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371600"/>
            <a:ext cx="56692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Railway (backend — required):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DATABASE_URL, REDIS_URL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JWT_SECRET, JWT_REFRESH_SECRET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TOKEN_ENCRYPTION_KEY (min 32 chars)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ANTHROPIC_API_KEY, OPENAI_API_KEY, GEMINI_API_KEY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RESEND_API_KEY, RESEND_FROM  (email OTP)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TWILIO_ACCOUNT_SID, TWILIO_AUTH_TOKEN, TWILIO_FROM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STRIPE_SECRET_KEY, STRIPE_WEBHOOK_SECRET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SUPER_ADMIN_EMAILS, OWNER_EMAILS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NODE_ENV=production</a:t>
            </a:r>
          </a:p>
          <a:p>
            <a:r>
              <a:rPr sz="1300">
                <a:solidFill>
                  <a:srgbClr val="FFFFFF"/>
                </a:solidFill>
                <a:latin typeface="Courier New"/>
              </a:rPr>
              <a:t>CORS_ORIGIN=https://sozialzync.vercel.app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CI/CD Pipeline (GitHub Actions)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Trigger: push to master / pull_request targeting master</a:t>
            </a:r>
          </a:p>
          <a:p>
            <a:pPr algn="l">
              <a:lnSpc>
                <a:spcPts val="23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Step 1: lint — ESLint 10 across all packages and apps</a:t>
            </a:r>
          </a:p>
          <a:p>
            <a:pPr algn="l">
              <a:lnSpc>
                <a:spcPts val="23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Step 2: typecheck — tsc --noEmit (strict mode) + prisma generate</a:t>
            </a:r>
          </a:p>
          <a:p>
            <a:pPr algn="l">
              <a:lnSpc>
                <a:spcPts val="23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Step 3: unit-tests — Jest 29 with coverage collection</a:t>
            </a:r>
          </a:p>
          <a:p>
            <a:pPr algn="l">
              <a:lnSpc>
                <a:spcPts val="23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Step 4: build — turbo build (both apps/web and apps/api)</a:t>
            </a:r>
          </a:p>
          <a:p>
            <a:pPr algn="l">
              <a:lnSpc>
                <a:spcPts val="23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Step 5: security — pnpm audit --audit-level=high + dependency-review-action</a:t>
            </a:r>
          </a:p>
          <a:p>
            <a:pPr algn="l">
              <a:lnSpc>
                <a:spcPts val="23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Step 6: semgrep — SAST scan (ERROR severity blocks CI)</a:t>
            </a:r>
          </a:p>
          <a:p>
            <a:pPr algn="l">
              <a:lnSpc>
                <a:spcPts val="23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Step 7: zap-baseline — OWASP ZAP passive scan (HIGH findings block CI)</a:t>
            </a:r>
          </a:p>
          <a:p>
            <a:pPr algn="l">
              <a:lnSpc>
                <a:spcPts val="23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Step 8: e2e — Playwright cross-browser: chromium, firefox, webkit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Unit tests: co-locate *.spec.ts next to each source file (apps/api/src)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Integration tests: required for all pipeline flows (agent → job → db)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Test philosophy: test contracts, schemas, and gates — not AI text output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No mocking the DB in integration tests (real DB via Postgres Docker service)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Agent tests: mock aiClient, test Zod validation + retry logic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E2E: Playwright for critical paths (login → create project → approve → publish)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Non-negotiable: ComplianceService, PublishingService, WalletService hard-cap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Golden Rules for Contributors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ComplianceAgent is a HARD GATE — never bypass it in any code path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Human-in-the-loop on publish — never auto-publish without explicit approval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No fabricated facts — every claim must trace to FactCheckAgent source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Secrets ONLY in env vars — never hardcode, never commit .env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TypeScript strict — no `any` without a // @reason: comment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Zod at every boundary — API input, agent output, env vars</a:t>
            </a:r>
          </a:p>
          <a:p>
            <a:pPr algn="l">
              <a:lnSpc>
                <a:spcPts val="2600"/>
              </a:lnSpc>
            </a:pPr>
            <a:r>
              <a:rPr sz="1700" b="0">
                <a:solidFill>
                  <a:srgbClr val="0C4A6E"/>
                </a:solidFill>
                <a:latin typeface="Calibri"/>
              </a:rPr>
              <a:t>● Async work &gt; 2s → BullMQ job, never inline in request handler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Common Pitfalls &amp;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SSR hydration mismatch → never read localStorage at render time (use useEffect)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CSS overflow clipping dropdowns → move absolute-positioned elements outside overflow:auto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Renamed export breaks imports → always add backward-compat alias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OTP silent failure in prod → check NODE_ENV before falling to dev console log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Missing Railway env var → real error now thrown instead of false success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BullMQ not processing → check Redis connection URL in Railway variables</a:t>
            </a:r>
          </a:p>
          <a:p>
            <a:pPr algn="l">
              <a:lnSpc>
                <a:spcPts val="2500"/>
              </a:lnSpc>
            </a:pPr>
            <a:r>
              <a:rPr sz="1600" b="0">
                <a:solidFill>
                  <a:srgbClr val="0C4A6E"/>
                </a:solidFill>
                <a:latin typeface="Calibri"/>
              </a:rPr>
              <a:t>● prisma generate missing → run before typecheck, test, or build in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Build something remarkable.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github.com/MoshayM/AI-Sozialzync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AE6FD"/>
                </a:solidFill>
                <a:latin typeface="Calibri"/>
              </a:rPr>
              <a:t>Docs: /docs directory in repo | App: sozialzync.vercel.app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