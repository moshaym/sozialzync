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27455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Sozialzync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Enterprise Owner's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74720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EF3C7"/>
                </a:solidFill>
              </a:rPr>
              <a:t>Scale your content operation — one platform, your whole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CD34D"/>
                </a:solidFill>
              </a:rPr>
              <a:t>★ ENTERPRISE PLAN 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sozialzync.vercel.app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023360"/>
            <a:ext cx="94457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WHAT YOU GET WITH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Plan —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Unlimited projects and AI agent usage across your entire team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All 15 AI agents with priority processing queue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Shared organization wallet — one billing account for all team members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Team member seats with role-based permissions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Multiple YouTube channels under one organization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White-label dashboard: your brand, your team's workspace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Dedicated account manager + priority support SLA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Full compliance and audit trail for every piece of content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Enterprise vs Pro vs Free — What's Different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5743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Pro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Team seats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Shared wallet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 — org-level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Multi-channel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Unlimited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Unlimited + org view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Analytics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Basic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Standard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Advanced + team view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Support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Community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Email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Dedicated manager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023360"/>
            <a:ext cx="94457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ORGANIZATION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Setting Up Your Organization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Navigate to: App → Team Workspaces (requires Enterprise plan)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Click "Create Organization" — enter org name and billing email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Set up shared org wallet: load credits for the team to share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Add YouTube channels: each channel gets its own brand profile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Invite team members via email — they receive OTP login link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Assign roles before they start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Team Roles &amp; Permissions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57432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4358"/>
                <a:gridCol w="2864358"/>
                <a:gridCol w="2864358"/>
                <a:gridCol w="2864358"/>
              </a:tblGrid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Can Create Content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Can Publish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</a:rPr>
                        <a:t>Billing Access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MEMBER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 (own projects)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Needs approval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TEAM_MANAGER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 + review others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Approve team content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BILLING_ADMIN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No content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No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 — manage wallet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ORG_ADMIN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 + full team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Full publish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</a:t>
                      </a:r>
                    </a:p>
                  </a:txBody>
                  <a:tcPr>
                    <a:solidFill>
                      <a:srgbClr val="FDE68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b="1" sz="1300">
                          <a:solidFill>
                            <a:srgbClr val="78350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Yes + org settings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Full publish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b="0" sz="1300">
                          <a:solidFill>
                            <a:srgbClr val="78350F"/>
                          </a:solidFill>
                        </a:rPr>
                        <a:t>Full + plan change</a:t>
                      </a:r>
                    </a:p>
                  </a:txBody>
                  <a:tcPr>
                    <a:solidFill>
                      <a:srgbClr val="FFFBE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Managing Team Members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Invite: Organization Settings → Members → Invite by Email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Set role at invite time — can be changed later by ORG_ADMIN+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Remove member: immediately revokes access, content stays in org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View member activity: projects created, AI usage, credits consumed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Budget per member: set individual credit caps to prevent overspend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Members see only their assigned channels and projects (RBAC enforced)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Channel Management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Add multiple YouTube channels to your organization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Each channel has its own: niche profile, brand voice, tone settings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Assign channels to specific team members or teams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Cross-channel analytics: compare performance across all your channels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Channel-level budget caps: limit AI spend per channel per month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Bulk operations: apply SEO templates across multiple channels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Brand kit: logo, color palette, intro/outro styles shared per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023360"/>
            <a:ext cx="94457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BILLING &amp; COST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Organization Wallet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Single shared wallet holds credits for the entire organization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Credits are deducted when AI agents run (per-token pricing)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Credit types consumed in order: Trial → Purchased → Bonus → Referral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Oldest expiry lot consumed first (FIFO by expiry date)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Wallet owner: BILLING_ADMIN or ORG_ADMIN tops up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Real-time balance visible to all admins in: App → Wallet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Budget Controls &amp; Caps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Organization monthly spend cap: hard limit — agents stop when reached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Per-channel monthly cap: limit how much one channel consumes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Per-member cap: limit individual creator's daily/monthly AI usage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Low balance alert: notification at configurable threshold (e.g. &lt; 5,000 credits)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Budget report: weekly email to BILLING_ADMIN with spend breakdown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Overspend protection: jobs queued but not started when cap would be exceeded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Understanding Credit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Credits track AI token usage: ~1 credit per 1,000 tokens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Script generation (full video): ~800–1,200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Fact check pass: ~200–400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Compliance check: ~150–300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SEO optimization: ~200–400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Copilot query: ~50–150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Shorts clip analysis (per video): ~300–600 credits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Note: actual costs vary by model tier and content length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023360"/>
            <a:ext cx="94457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CONTENT OPERATIONS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Multi-Channel Content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Each channel runs its own independent content pipeline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Pipelines can run in parallel — no bottleneck between channels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Channel A: research in progress while Channel B is in compliance review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SupervisorAgent manages priority queue: Enterprise = priority processing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Team manager can view all active pipelines on the team dashboard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Assign specific AI agents to specific channels (e.g. premium model for main channel)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Content Calendar &amp; Publishing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Set publishing cadence per channel: daily / 3x week / weekly / custom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Content Calendar view: drag-and-drop scheduled videos per channel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Auto-suggest optimal publish times based on audience analytics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Scheduled publish: enabled per-channel by ORG_ADMIN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Even with auto-schedule enabled: EVERY video must pass compliance first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Human approval still required unless auto-approve is explicitly enabled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Bulk approve: team manager reviews + approves multiple videos at once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Compliance at Enterprise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ComplianceAgent runs on EVERY piece of content — no exceptions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Enterprise benefit: extended compliance report with risk category breakdown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Monetization Safety Score: must exceed org-configured threshold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Compliance dashboard: org-wide pass/fail rate, common failure reasons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Fact-check citations: every claim has a source — full audit trail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Content blocked by compliance: notification to creator + manager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Audit log: complete history of compliance decisions, downloadable 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Analytics — Team &amp; Channel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Individual channel analytics: views, watch time, CTR, subscribers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Team-level analytics: aggregated across all org channels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Content performance by agent: which AI-generated scripts get best retention?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Top performing creators on your team: ranked by channel growth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AI cost efficiency: cost per published video, cost per 1K views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Weekly performance report: PDF summary to org admins via email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Custom date ranges, channel filters, content-type filters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4023360"/>
            <a:ext cx="9445752" cy="54864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ENTERPRISE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Cost Savings vs. Traditional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27432" cy="53035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sz="1600">
                <a:solidFill>
                  <a:srgbClr val="92400E"/>
                </a:solidFill>
              </a:rPr>
              <a:t>Traditional content team (monthly):</a:t>
            </a:r>
          </a:p>
          <a:p>
            <a:pPr algn="l">
              <a:spcAft>
                <a:spcPts val="200"/>
              </a:spcAft>
            </a:pPr>
            <a:r>
              <a:rPr sz="800">
                <a:solidFill>
                  <a:srgbClr val="78350F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78350F"/>
                </a:solidFill>
              </a:rPr>
              <a:t>● Research analyst: $3,000–5,000/mo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78350F"/>
                </a:solidFill>
              </a:rPr>
              <a:t>● Scriptwriter: $3,000–6,000/mo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78350F"/>
                </a:solidFill>
              </a:rPr>
              <a:t>● SEO specialist: $2,000–4,000/mo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78350F"/>
                </a:solidFill>
              </a:rPr>
              <a:t>● Compliance reviewer: $2,500–4,000/mo</a:t>
            </a:r>
          </a:p>
          <a:p>
            <a:pPr algn="l">
              <a:spcAft>
                <a:spcPts val="200"/>
              </a:spcAft>
            </a:pPr>
            <a:r>
              <a:rPr sz="800">
                <a:solidFill>
                  <a:srgbClr val="78350F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b="1" sz="1400">
                <a:solidFill>
                  <a:srgbClr val="78350F"/>
                </a:solidFill>
              </a:rPr>
              <a:t>● Total: $10,500–19,000/mo per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80160"/>
            <a:ext cx="5394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b="1" sz="1600">
                <a:solidFill>
                  <a:srgbClr val="92400E"/>
                </a:solidFill>
              </a:rPr>
              <a:t>Sozialzync Enterprise:</a:t>
            </a:r>
          </a:p>
          <a:p>
            <a:pPr algn="l">
              <a:spcAft>
                <a:spcPts val="200"/>
              </a:spcAft>
            </a:pPr>
            <a:r>
              <a:rPr sz="800">
                <a:solidFill>
                  <a:srgbClr val="78350F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78350F"/>
                </a:solidFill>
              </a:rPr>
              <a:t>● Enterprise plan: $199/mo (platform)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78350F"/>
                </a:solidFill>
              </a:rPr>
              <a:t>● AI credits for 20 videos: ~$50–200/mo</a:t>
            </a:r>
          </a:p>
          <a:p>
            <a:pPr algn="l">
              <a:spcAft>
                <a:spcPts val="200"/>
              </a:spcAft>
            </a:pPr>
            <a:r>
              <a:rPr b="1" sz="1400">
                <a:solidFill>
                  <a:srgbClr val="78350F"/>
                </a:solidFill>
              </a:rPr>
              <a:t>● Total: ~$250–400/mo per channel</a:t>
            </a:r>
          </a:p>
          <a:p>
            <a:pPr algn="l">
              <a:spcAft>
                <a:spcPts val="200"/>
              </a:spcAft>
            </a:pPr>
            <a:r>
              <a:rPr sz="800">
                <a:solidFill>
                  <a:srgbClr val="78350F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b="1" sz="1400">
                <a:solidFill>
                  <a:srgbClr val="78350F"/>
                </a:solidFill>
              </a:rPr>
              <a:t>● Savings: 95%+ cost reduction</a:t>
            </a:r>
          </a:p>
          <a:p>
            <a:pPr algn="l">
              <a:spcAft>
                <a:spcPts val="200"/>
              </a:spcAft>
            </a:pPr>
            <a:r>
              <a:rPr b="1" sz="1400">
                <a:solidFill>
                  <a:srgbClr val="78350F"/>
                </a:solidFill>
              </a:rPr>
              <a:t>● Speed: 2-4 hours per video vs 2-3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"/>
            <a:ext cx="11612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Getting Maximum Value from Enterprise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74552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Assign dedicated channels to dedicated team members — clear ownership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Set up brand kits per channel — AI adapts style automatically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Use Shorts Studio on your top 5 existing videos immediately — free reach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Enable the content calendar — consistent posting = algorithm boost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Review the analytics weekly as a team — data-driven topic selection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Set conservative budget caps first — increase once team is calibrated</a:t>
            </a:r>
          </a:p>
          <a:p>
            <a:pPr algn="l">
              <a:spcAft>
                <a:spcPts val="400"/>
              </a:spcAft>
            </a:pPr>
            <a:r>
              <a:rPr sz="1500">
                <a:solidFill>
                  <a:srgbClr val="78350F"/>
                </a:solidFill>
              </a:rPr>
              <a:t>● Use the compliance dashboard to identify and fix recurring content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Scale your content. Grow your channels. Build your empire.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274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Get started at: sozialzync.vercel.app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749039"/>
            <a:ext cx="112745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0" i="0">
                <a:solidFill>
                  <a:srgbClr val="FEF3C7"/>
                </a:solidFill>
              </a:rPr>
              <a:t>Questions? Contact your dedicated account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Sozialzync — Enterprise Content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D97706"/>
                </a:solidFill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